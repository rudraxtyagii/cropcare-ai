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CropCare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Plant Disease Detection System</a:t>
            </a:r>
          </a:p>
          <a:p/>
          <a:p>
            <a:r>
              <a:t>Summer Internship - 2026</a:t>
            </a:r>
          </a:p>
          <a:p>
            <a:r>
              <a:t>Major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&amp; Supply Chain Track</a:t>
            </a:r>
          </a:p>
          <a:p>
            <a:pPr lvl="1"/>
            <a:r>
              <a:t>Plant diseases cost the global economy billions annually and threaten food security.</a:t>
            </a:r>
          </a:p>
          <a:p>
            <a:pPr lvl="1"/>
            <a:r>
              <a:t>Manual detection is slow, prone to error, and requires expert knowledge.</a:t>
            </a:r>
          </a:p>
          <a:p>
            <a:pPr lvl="1"/>
            <a:r>
              <a:t>Solution: An automated, AI-driven computer vision system to detect diseases from leaf images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AI Application</a:t>
            </a:r>
          </a:p>
          <a:p>
            <a:pPr lvl="1"/>
            <a:r>
              <a:t>Frontend: Vanilla HTML/CSS/JS with Glassmorphism UI</a:t>
            </a:r>
          </a:p>
          <a:p>
            <a:pPr lvl="1"/>
            <a:r>
              <a:t>Backend: FastAPI (Python) for robust, high-speed API endpoints</a:t>
            </a:r>
          </a:p>
          <a:p>
            <a:pPr lvl="1"/>
            <a:r>
              <a:t>AI/ML Model: PyTorch using MobileNetV2 (Transfer Learning)</a:t>
            </a:r>
          </a:p>
          <a:p>
            <a:pPr lvl="1"/>
            <a:r>
              <a:t>Dataset: PlantVillage (38 classes of crop diseases)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Details</a:t>
            </a:r>
          </a:p>
          <a:p>
            <a:pPr lvl="1"/>
            <a:r>
              <a:t>MobileNetV2: Chosen for optimal balance between accuracy and inference speed.</a:t>
            </a:r>
          </a:p>
          <a:p>
            <a:pPr lvl="1"/>
            <a:r>
              <a:t>Data Preprocessing: Resizing (224x224), Center Cropping, ImageNet Normalization.</a:t>
            </a:r>
          </a:p>
          <a:p>
            <a:pPr lvl="1"/>
            <a:r>
              <a:t>Loss Function: Cross-Entropy Loss for multi-class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Runtime Verification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Empirical Proof of Functionality</a:t>
            </a:r>
          </a:p>
          <a:p>
            <a:pPr lvl="1"/>
            <a:r>
              <a:t>API Test Suite: Verified POST /predict endpoint live on HTTP port 8000.</a:t>
            </a:r>
          </a:p>
          <a:p>
            <a:pPr lvl="1"/>
            <a:r>
              <a:t>HTTP 200 OK: Valid JPEG/PNG leaf images return structured JSON with confidence tiers and treatments.</a:t>
            </a:r>
          </a:p>
          <a:p>
            <a:pPr lvl="1"/>
            <a:r>
              <a:t>HTTP 400 Bad Request: Successfully intercepts and rejects invalid text files and &gt;5MB oversized images.</a:t>
            </a:r>
          </a:p>
          <a:p>
            <a:pPr lvl="1"/>
            <a:r>
              <a:t>Dependency Audit: 100% clean package imports (FastAPI, PyTorch, Uvicorn, Pillow, Pydantic).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Source Project Repository</a:t>
            </a:r>
          </a:p>
          <a:p>
            <a:pPr lvl="1"/>
            <a:r>
              <a:t>GitHub URL: https://github.com/Rudraxtyagii/CropCare-AI</a:t>
            </a:r>
          </a:p>
          <a:p>
            <a:pPr lvl="1"/>
            <a:r>
              <a:t>AI/ML Codebase: train.py, inference.py, and 38-class botanical knowledge base.</a:t>
            </a:r>
          </a:p>
          <a:p>
            <a:pPr lvl="1"/>
            <a:r>
              <a:t>Production Server: main.py (FastAPI) with CORS and Pydantic validation.</a:t>
            </a:r>
          </a:p>
          <a:p>
            <a:pPr lvl="1"/>
            <a:r>
              <a:t>Documentation: Technical Report, Verification QA Report, Title Page, and Summary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Successfully built an end-to-end AI application addressing a critical agricultural problem.</a:t>
            </a:r>
          </a:p>
          <a:p>
            <a:pPr lvl="1"/>
            <a:r>
              <a:t>Future Work: Mobile App integration, real-time drone imagery analysis, and edge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