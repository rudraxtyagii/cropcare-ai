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CropCare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Intelligent Plant Disease Detection System</a:t>
            </a:r>
          </a:p>
          <a:p/>
          <a:p>
            <a:r>
              <a:t>Summer Internship - 2026</a:t>
            </a:r>
          </a:p>
          <a:p>
            <a:r>
              <a:t>Major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Agriculture &amp; Supply Chain Track</a:t>
            </a:r>
          </a:p>
          <a:p>
            <a:pPr lvl="1"/>
            <a:r>
              <a:t>Plant diseases cost the global economy billions annually and threaten food security.</a:t>
            </a:r>
          </a:p>
          <a:p>
            <a:pPr lvl="1"/>
            <a:r>
              <a:t>Manual detection is slow, prone to error, and requires expert knowledge.</a:t>
            </a:r>
          </a:p>
          <a:p>
            <a:pPr lvl="1"/>
            <a:r>
              <a:t>Solution: An automated, AI-driven computer vision system to detect diseases from leaf images instantly.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AI Application</a:t>
            </a:r>
          </a:p>
          <a:p>
            <a:pPr lvl="1"/>
            <a:r>
              <a:t>Frontend: Vanilla HTML/CSS/JS with Glassmorphism UI</a:t>
            </a:r>
          </a:p>
          <a:p>
            <a:pPr lvl="1"/>
            <a:r>
              <a:t>Backend: FastAPI (Python) for robust, high-speed API endpoints</a:t>
            </a:r>
          </a:p>
          <a:p>
            <a:pPr lvl="1"/>
            <a:r>
              <a:t>AI/ML Model: PyTorch using MobileNetV2 (Transfer Learning)</a:t>
            </a:r>
          </a:p>
          <a:p>
            <a:pPr lvl="1"/>
            <a:r>
              <a:t>Dataset: PlantVillage (38 classes of crop diseases)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Details</a:t>
            </a:r>
          </a:p>
          <a:p>
            <a:pPr lvl="1"/>
            <a:r>
              <a:t>MobileNetV2: Chosen for optimal balance between accuracy and inference speed.</a:t>
            </a:r>
          </a:p>
          <a:p>
            <a:pPr lvl="1"/>
            <a:r>
              <a:t>Data Preprocessing: Resizing (224x224), Center Cropping, ImageNet Normalization.</a:t>
            </a:r>
          </a:p>
          <a:p>
            <a:pPr lvl="1"/>
            <a:r>
              <a:t>Loss Function: Cross-Entropy Loss for multi-class classification.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Summary</a:t>
            </a:r>
          </a:p>
          <a:p>
            <a:pPr lvl="1"/>
            <a:r>
              <a:t>Successfully built an end-to-end AI application addressing a critical agricultural problem.</a:t>
            </a:r>
          </a:p>
          <a:p>
            <a:pPr lvl="1"/>
            <a:r>
              <a:t>Future Work: Mobile App integration, real-time drone imagery analysis, and edge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